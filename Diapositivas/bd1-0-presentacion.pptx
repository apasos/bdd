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s-U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UY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35DA50-3129-4763-8FDF-649283D504B1}" type="datetimeFigureOut">
              <a:rPr lang="es-UY" smtClean="0"/>
              <a:t>11/08/2012</a:t>
            </a:fld>
            <a:endParaRPr lang="es-UY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UY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UY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4EAFA7-AA30-4E9D-92F9-36E26634CBF6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486569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4EAFA7-AA30-4E9D-92F9-36E26634CBF6}" type="slidenum">
              <a:rPr lang="es-UY" smtClean="0"/>
              <a:t>2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164899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6D628E65-65CE-478E-951B-D508C8098725}" type="datetime1">
              <a:rPr lang="es-UY" smtClean="0"/>
              <a:t>11/08/2012</a:t>
            </a:fld>
            <a:endParaRPr lang="es-UY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s-UY"/>
          </a:p>
        </p:txBody>
      </p:sp>
      <p:sp>
        <p:nvSpPr>
          <p:cNvPr id="10" name="9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21 Conector recto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26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23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Elipse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24 Elipse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E442E6E0-130A-4EFC-BC8C-002F7B0E2BC0}" type="datetime1">
              <a:rPr lang="es-UY" smtClean="0"/>
              <a:t>11/08/2012</a:t>
            </a:fld>
            <a:endParaRPr lang="es-UY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UY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0BDFE4D1-1B7A-40C4-8DDC-BDEB6D0DD5C6}" type="datetime1">
              <a:rPr lang="es-UY" smtClean="0"/>
              <a:t>11/08/2012</a:t>
            </a:fld>
            <a:endParaRPr lang="es-UY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s-UY"/>
          </a:p>
        </p:txBody>
      </p:sp>
      <p:sp>
        <p:nvSpPr>
          <p:cNvPr id="9" name="8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16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18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19 Elipse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Elipse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Conector recto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F726E-9325-42B3-897B-36CB6A9EF75A}" type="datetime1">
              <a:rPr lang="es-UY" smtClean="0"/>
              <a:t>11/08/2012</a:t>
            </a:fld>
            <a:endParaRPr lang="es-UY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7E9D2-E6EA-4DE6-879C-E5CDECF7B6E0}" type="datetime1">
              <a:rPr lang="es-UY" smtClean="0"/>
              <a:t>11/08/2012</a:t>
            </a:fld>
            <a:endParaRPr lang="es-UY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2" name="11 Marcador de texto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6" name="5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A9093CA-B03B-42CE-AEB7-F13D710422F1}" type="datetime1">
              <a:rPr lang="es-UY" smtClean="0"/>
              <a:t>11/08/2012</a:t>
            </a:fld>
            <a:endParaRPr lang="es-UY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UY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D0CE3-3686-4096-950C-17105AA3A421}" type="datetime1">
              <a:rPr lang="es-UY" smtClean="0"/>
              <a:t>11/08/2012</a:t>
            </a:fld>
            <a:endParaRPr lang="es-UY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17 Marcador de contenido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1" name="20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EE5E263-429D-41E7-8E99-2BBEA9A9B738}" type="datetime1">
              <a:rPr lang="es-UY" smtClean="0"/>
              <a:t>11/08/2012</a:t>
            </a:fld>
            <a:endParaRPr lang="es-UY"/>
          </a:p>
        </p:txBody>
      </p:sp>
      <p:sp>
        <p:nvSpPr>
          <p:cNvPr id="22" name="21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  <p:sp>
        <p:nvSpPr>
          <p:cNvPr id="23" name="22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UY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12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18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16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64B835D-8DA1-44AC-9F46-C87623A4BDB9}" type="datetime1">
              <a:rPr lang="es-UY" smtClean="0"/>
              <a:t>11/08/2012</a:t>
            </a:fld>
            <a:endParaRPr lang="es-UY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  <p:sp>
        <p:nvSpPr>
          <p:cNvPr id="21" name="20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UY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2C7CE-640A-41A9-9AB8-F2EFC7F286A7}" type="datetime1">
              <a:rPr lang="es-UY" smtClean="0"/>
              <a:t>11/08/2012</a:t>
            </a:fld>
            <a:endParaRPr lang="es-UY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BCAE2-2183-41A9-BA3C-08B502C7C3E0}" type="datetime1">
              <a:rPr lang="es-UY" smtClean="0"/>
              <a:t>11/08/2012</a:t>
            </a:fld>
            <a:endParaRPr lang="es-UY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C6A8437-7BD8-4C26-880E-0716AEDB6BC9}" type="datetime1">
              <a:rPr lang="es-UY" smtClean="0"/>
              <a:t>11/08/2012</a:t>
            </a:fld>
            <a:endParaRPr lang="es-UY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s-UY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UY" dirty="0" smtClean="0"/>
              <a:t>Bases de datos 1</a:t>
            </a:r>
            <a:endParaRPr lang="es-UY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UY" dirty="0" smtClean="0"/>
              <a:t>Teórico</a:t>
            </a:r>
            <a:r>
              <a:rPr lang="es-UY" smtClean="0"/>
              <a:t>: Presentación</a:t>
            </a:r>
            <a:endParaRPr lang="es-UY" dirty="0" smtClean="0"/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41822513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Agenda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dirty="0" smtClean="0"/>
              <a:t>Presentación</a:t>
            </a:r>
          </a:p>
          <a:p>
            <a:r>
              <a:rPr lang="es-UY" dirty="0" smtClean="0"/>
              <a:t>Objetivo</a:t>
            </a:r>
          </a:p>
          <a:p>
            <a:r>
              <a:rPr lang="es-UY" dirty="0" smtClean="0"/>
              <a:t>Docentes</a:t>
            </a:r>
          </a:p>
          <a:p>
            <a:r>
              <a:rPr lang="es-UY" dirty="0" smtClean="0"/>
              <a:t>Temario</a:t>
            </a:r>
          </a:p>
          <a:p>
            <a:r>
              <a:rPr lang="es-UY" dirty="0" smtClean="0"/>
              <a:t>Actividades</a:t>
            </a:r>
          </a:p>
          <a:p>
            <a:r>
              <a:rPr lang="es-UY" dirty="0" smtClean="0"/>
              <a:t>Evaluación</a:t>
            </a:r>
          </a:p>
          <a:p>
            <a:r>
              <a:rPr lang="es-UY" dirty="0" smtClean="0"/>
              <a:t>Bibliografía</a:t>
            </a:r>
          </a:p>
          <a:p>
            <a:endParaRPr lang="es-UY" dirty="0" smtClean="0"/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1228071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Presentación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b="1" dirty="0" smtClean="0"/>
              <a:t>Asignatura</a:t>
            </a:r>
            <a:r>
              <a:rPr lang="es-UY" dirty="0" smtClean="0"/>
              <a:t>: Base de Datos 1</a:t>
            </a:r>
          </a:p>
          <a:p>
            <a:r>
              <a:rPr lang="es-UY" b="1" dirty="0" smtClean="0"/>
              <a:t>Materia</a:t>
            </a:r>
            <a:r>
              <a:rPr lang="es-UY" dirty="0" smtClean="0"/>
              <a:t>: Bases de Datos y Sistemas de Información</a:t>
            </a:r>
          </a:p>
          <a:p>
            <a:r>
              <a:rPr lang="es-UY" b="1" dirty="0" smtClean="0"/>
              <a:t>Carrera</a:t>
            </a:r>
            <a:r>
              <a:rPr lang="es-UY" dirty="0" smtClean="0"/>
              <a:t>: Tecnólogo en Informática</a:t>
            </a:r>
          </a:p>
          <a:p>
            <a:r>
              <a:rPr lang="es-UY" b="1" dirty="0" smtClean="0"/>
              <a:t>Créditos</a:t>
            </a:r>
            <a:r>
              <a:rPr lang="es-UY" dirty="0" smtClean="0"/>
              <a:t>: 12</a:t>
            </a:r>
          </a:p>
          <a:p>
            <a:r>
              <a:rPr lang="es-UY" b="1" dirty="0" smtClean="0"/>
              <a:t>Previaturas</a:t>
            </a:r>
            <a:r>
              <a:rPr lang="es-UY" dirty="0" smtClean="0"/>
              <a:t>: Principios de Programación (curso)</a:t>
            </a:r>
          </a:p>
          <a:p>
            <a:endParaRPr lang="es-UY" dirty="0" smtClean="0"/>
          </a:p>
        </p:txBody>
      </p:sp>
    </p:spTree>
    <p:extLst>
      <p:ext uri="{BB962C8B-B14F-4D97-AF65-F5344CB8AC3E}">
        <p14:creationId xmlns:p14="http://schemas.microsoft.com/office/powerpoint/2010/main" val="307220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Objetivo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dirty="0" smtClean="0"/>
              <a:t>Brindar </a:t>
            </a:r>
            <a:r>
              <a:rPr lang="es-UY" dirty="0"/>
              <a:t>al estudiante </a:t>
            </a:r>
            <a:r>
              <a:rPr lang="es-UY" dirty="0" smtClean="0"/>
              <a:t>conocimientos básicos </a:t>
            </a:r>
            <a:r>
              <a:rPr lang="es-UY" dirty="0"/>
              <a:t>sobre</a:t>
            </a:r>
            <a:r>
              <a:rPr lang="es-UY" dirty="0" smtClean="0"/>
              <a:t>:</a:t>
            </a:r>
            <a:endParaRPr lang="es-UY" dirty="0"/>
          </a:p>
          <a:p>
            <a:pPr lvl="2"/>
            <a:r>
              <a:rPr lang="es-UY" dirty="0"/>
              <a:t>Diseño </a:t>
            </a:r>
            <a:r>
              <a:rPr lang="es-UY" dirty="0" smtClean="0"/>
              <a:t>Conceptual</a:t>
            </a:r>
            <a:endParaRPr lang="es-UY" dirty="0"/>
          </a:p>
          <a:p>
            <a:pPr lvl="2"/>
            <a:r>
              <a:rPr lang="es-UY" dirty="0"/>
              <a:t>Lenguajes de consulta para el Modelo </a:t>
            </a:r>
            <a:r>
              <a:rPr lang="es-UY" dirty="0" smtClean="0"/>
              <a:t>Relacional</a:t>
            </a:r>
            <a:endParaRPr lang="es-UY" dirty="0"/>
          </a:p>
          <a:p>
            <a:pPr lvl="2"/>
            <a:r>
              <a:rPr lang="es-UY" dirty="0"/>
              <a:t>Diseño de Bases de Datos </a:t>
            </a:r>
            <a:r>
              <a:rPr lang="es-UY" dirty="0" smtClean="0"/>
              <a:t>Relacionales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3815650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Docentes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dirty="0" smtClean="0"/>
              <a:t>Fernando Alonso</a:t>
            </a:r>
          </a:p>
          <a:p>
            <a:r>
              <a:rPr lang="es-UY" dirty="0" smtClean="0"/>
              <a:t>María José Álvarez</a:t>
            </a:r>
          </a:p>
          <a:p>
            <a:r>
              <a:rPr lang="es-UY" dirty="0" smtClean="0"/>
              <a:t>Daniel González</a:t>
            </a:r>
          </a:p>
          <a:p>
            <a:r>
              <a:rPr lang="es-UY" dirty="0" smtClean="0"/>
              <a:t>Claudio Posada</a:t>
            </a:r>
            <a:endParaRPr lang="es-UY" dirty="0"/>
          </a:p>
          <a:p>
            <a:pPr marL="0" indent="0">
              <a:buNone/>
            </a:pPr>
            <a:endParaRPr lang="es-UY" dirty="0" smtClean="0"/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19923427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Temario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dirty="0" smtClean="0"/>
              <a:t>Introducción</a:t>
            </a:r>
          </a:p>
          <a:p>
            <a:r>
              <a:rPr lang="es-UY" dirty="0" smtClean="0"/>
              <a:t>Diseño Conceptual</a:t>
            </a:r>
          </a:p>
          <a:p>
            <a:r>
              <a:rPr lang="es-UY" dirty="0" smtClean="0"/>
              <a:t>Modelo Entidad-Relación (MER)</a:t>
            </a:r>
          </a:p>
          <a:p>
            <a:r>
              <a:rPr lang="es-UY" dirty="0" smtClean="0"/>
              <a:t>Diseño Relacional</a:t>
            </a:r>
          </a:p>
          <a:p>
            <a:r>
              <a:rPr lang="es-UY" dirty="0" smtClean="0"/>
              <a:t>Pasaje de MER a Diseño Relacional</a:t>
            </a:r>
          </a:p>
          <a:p>
            <a:r>
              <a:rPr lang="es-UY" dirty="0" smtClean="0"/>
              <a:t>Álgebra Relacional</a:t>
            </a:r>
          </a:p>
          <a:p>
            <a:r>
              <a:rPr lang="es-UY" dirty="0" smtClean="0"/>
              <a:t>Structured Query Language (SQL)</a:t>
            </a:r>
          </a:p>
          <a:p>
            <a:r>
              <a:rPr lang="es-UY" dirty="0" smtClean="0"/>
              <a:t>Dependencias Funcionales</a:t>
            </a:r>
          </a:p>
          <a:p>
            <a:r>
              <a:rPr lang="es-UY" dirty="0" smtClean="0"/>
              <a:t>Formas Normales</a:t>
            </a:r>
          </a:p>
        </p:txBody>
      </p:sp>
    </p:spTree>
    <p:extLst>
      <p:ext uri="{BB962C8B-B14F-4D97-AF65-F5344CB8AC3E}">
        <p14:creationId xmlns:p14="http://schemas.microsoft.com/office/powerpoint/2010/main" val="1578396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Actividades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dirty="0" smtClean="0"/>
              <a:t>Clases teórico-práctico</a:t>
            </a:r>
          </a:p>
          <a:p>
            <a:r>
              <a:rPr lang="es-UY" dirty="0" smtClean="0"/>
              <a:t>Consultas: </a:t>
            </a:r>
          </a:p>
          <a:p>
            <a:pPr lvl="1"/>
            <a:r>
              <a:rPr lang="es-UY" dirty="0" smtClean="0"/>
              <a:t>En las clases</a:t>
            </a:r>
          </a:p>
          <a:p>
            <a:pPr lvl="1"/>
            <a:r>
              <a:rPr lang="es-UY" dirty="0" smtClean="0"/>
              <a:t>A través del newsgroup: </a:t>
            </a:r>
            <a:r>
              <a:rPr lang="es-UY" dirty="0"/>
              <a:t>fing.tecnoinf.cursos.bdatos1</a:t>
            </a:r>
            <a:endParaRPr lang="es-UY" dirty="0" smtClean="0"/>
          </a:p>
          <a:p>
            <a:r>
              <a:rPr lang="es-UY" dirty="0" smtClean="0"/>
              <a:t>2 Obligatorios</a:t>
            </a:r>
          </a:p>
          <a:p>
            <a:r>
              <a:rPr lang="es-UY" dirty="0" smtClean="0"/>
              <a:t>2 Parciales</a:t>
            </a:r>
          </a:p>
          <a:p>
            <a:pPr marL="0" indent="0">
              <a:buNone/>
            </a:pPr>
            <a:endParaRPr lang="es-UY" dirty="0" smtClean="0"/>
          </a:p>
          <a:p>
            <a:endParaRPr lang="es-UY" dirty="0" smtClean="0"/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7938434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Evaluación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dirty="0" smtClean="0"/>
              <a:t>A través de 2 parciales y 2 obligatorios</a:t>
            </a:r>
          </a:p>
          <a:p>
            <a:pPr marL="0" indent="0">
              <a:buNone/>
            </a:pPr>
            <a:endParaRPr lang="es-UY" dirty="0" smtClean="0"/>
          </a:p>
          <a:p>
            <a:r>
              <a:rPr lang="es-UY" dirty="0" smtClean="0"/>
              <a:t>Categorías:</a:t>
            </a:r>
          </a:p>
          <a:p>
            <a:pPr lvl="1"/>
            <a:r>
              <a:rPr lang="es-UY" b="1" dirty="0" smtClean="0"/>
              <a:t>Exonera</a:t>
            </a:r>
            <a:r>
              <a:rPr lang="es-UY" dirty="0" smtClean="0"/>
              <a:t>: Aprobó el obligatorio y obtuvo por lo menos un 60 % del total de puntos entre los dos parciales</a:t>
            </a:r>
          </a:p>
          <a:p>
            <a:pPr lvl="1"/>
            <a:r>
              <a:rPr lang="es-UY" b="1" dirty="0" smtClean="0"/>
              <a:t>Pasa a examen</a:t>
            </a:r>
            <a:r>
              <a:rPr lang="es-UY" dirty="0" smtClean="0"/>
              <a:t>: Aprobó el obligatorio y obtuvo por lo menos un 25 % (y menos de 60 %) del total de puntos entre los dos parciales</a:t>
            </a:r>
          </a:p>
          <a:p>
            <a:pPr lvl="1"/>
            <a:r>
              <a:rPr lang="es-UY" b="1" dirty="0" smtClean="0"/>
              <a:t>Recursa</a:t>
            </a:r>
            <a:r>
              <a:rPr lang="es-UY" dirty="0" smtClean="0"/>
              <a:t>: No aprobó el obligatorio o no obtuvo por lo menos un 25 % del total de puntos entre los dos parciales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590739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Bibliografía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b="1" dirty="0" smtClean="0"/>
              <a:t>Fundamentals of Database Systems</a:t>
            </a:r>
            <a:r>
              <a:rPr lang="es-UY" dirty="0" smtClean="0"/>
              <a:t> (Elmasri, Navathe)</a:t>
            </a:r>
          </a:p>
          <a:p>
            <a:r>
              <a:rPr lang="en-US" dirty="0"/>
              <a:t>Principles of Database and Knowledgebase </a:t>
            </a:r>
            <a:r>
              <a:rPr lang="en-US" dirty="0" smtClean="0"/>
              <a:t>Systems (</a:t>
            </a:r>
            <a:r>
              <a:rPr lang="es-UY" dirty="0" smtClean="0"/>
              <a:t>Ullman)</a:t>
            </a:r>
            <a:endParaRPr lang="es-UY" dirty="0"/>
          </a:p>
          <a:p>
            <a:r>
              <a:rPr lang="pt-BR" dirty="0" smtClean="0"/>
              <a:t>Projeto </a:t>
            </a:r>
            <a:r>
              <a:rPr lang="pt-BR" dirty="0"/>
              <a:t>Lógico e Físico de Banco de </a:t>
            </a:r>
            <a:r>
              <a:rPr lang="pt-BR" dirty="0" smtClean="0"/>
              <a:t>Dados (Setzer)</a:t>
            </a:r>
            <a:endParaRPr lang="pt-BR" dirty="0"/>
          </a:p>
          <a:p>
            <a:r>
              <a:rPr lang="es-UY" dirty="0"/>
              <a:t>Conceptual Database </a:t>
            </a:r>
            <a:r>
              <a:rPr lang="es-UY" dirty="0" smtClean="0"/>
              <a:t>Design</a:t>
            </a:r>
            <a:r>
              <a:rPr lang="es-UY" dirty="0"/>
              <a:t> (</a:t>
            </a:r>
            <a:r>
              <a:rPr lang="it-IT" dirty="0" smtClean="0"/>
              <a:t>Batini</a:t>
            </a:r>
            <a:r>
              <a:rPr lang="it-IT" dirty="0"/>
              <a:t>, Ceri, </a:t>
            </a:r>
            <a:r>
              <a:rPr lang="it-IT" dirty="0" smtClean="0"/>
              <a:t>Navathe)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6084822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irador">
  <a:themeElements>
    <a:clrScheme name="Mirador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Mirador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irador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401</TotalTime>
  <Words>252</Words>
  <Application>Microsoft Office PowerPoint</Application>
  <PresentationFormat>Presentación en pantalla (4:3)</PresentationFormat>
  <Paragraphs>57</Paragraphs>
  <Slides>9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Mirador</vt:lpstr>
      <vt:lpstr>Bases de datos 1</vt:lpstr>
      <vt:lpstr>Agenda</vt:lpstr>
      <vt:lpstr>Presentación</vt:lpstr>
      <vt:lpstr>Objetivo</vt:lpstr>
      <vt:lpstr>Docentes</vt:lpstr>
      <vt:lpstr>Temario</vt:lpstr>
      <vt:lpstr>Actividades</vt:lpstr>
      <vt:lpstr>Evaluación</vt:lpstr>
      <vt:lpstr>Bibliografía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</dc:title>
  <dc:subject>Base de Datos I</dc:subject>
  <dc:creator>Admin</dc:creator>
  <cp:lastModifiedBy>Admin</cp:lastModifiedBy>
  <cp:revision>51</cp:revision>
  <dcterms:created xsi:type="dcterms:W3CDTF">2012-06-29T01:36:22Z</dcterms:created>
  <dcterms:modified xsi:type="dcterms:W3CDTF">2012-08-11T03:43:16Z</dcterms:modified>
  <cp:category>Tecnólogo en Informática</cp:category>
</cp:coreProperties>
</file>